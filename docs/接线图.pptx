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0000"/>
    <a:srgbClr val="FFFFFF"/>
    <a:srgbClr val="BABBA9"/>
    <a:srgbClr val="B8B9AB"/>
    <a:srgbClr val="E2C9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25" d="100"/>
          <a:sy n="125" d="100"/>
        </p:scale>
        <p:origin x="143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548B2-B0EC-DABB-AA55-1A06A846B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6F0937-2AF3-8320-9A68-CE881DA8D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37417-1CAE-E9D3-6DA8-B0F0680D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AB6F4-67D9-A7DA-DF82-5F8905FA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C2EA88-0F30-6722-B35A-D19B72EF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01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0A0DD-0F49-EE98-19D6-D51CBDEC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278BA-2CD8-9357-F807-ADB426BC4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636311-89CB-2B51-187A-93D3C42E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A2469-962A-51BD-CC95-1A4ECB66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5B818-A91A-F437-EDE7-8CEB6A78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06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6F28F-001D-159D-BC9B-6479E3EA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EC4CF-8092-20F3-68B0-981239BE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5B00E-A67A-F390-21C5-84D0B460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33DF38-306C-1A69-5C4B-2EAEA5F8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A0172-7B03-8404-AB78-A6CF9DC6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57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2F2CB-2038-CA4A-6609-8D0AC08B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983CE-0E1B-C3B5-61A9-B32FB0F30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7D5742-7DD3-A080-6E2A-96EA3D4CA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905337-311E-BEEC-D477-E786AD21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8FFA74-8B43-98EE-3F83-61F3AF4B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9A71C0-12AD-704C-5345-B81CFFEA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F9FB0-B62D-9438-0A57-5CE7F93B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035E66-13F6-7AE2-28E3-D60C77426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0D647B-2F81-D8CC-792F-DD27D8986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38435B-A9C4-F4D8-4F87-C78FC78E0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6D20DE-0868-7E80-0277-C2EF085C7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4AE6B5-42AF-57E0-F044-E6E2D113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1D852F-5BCB-B8E8-3A93-AA9F788CE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AB94B0-4E05-C883-8F3B-A775817F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77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6EABA-38B4-996C-AFC7-0BABE031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0DC1A4-1E57-3131-BC8D-650A8663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66F20-E55E-88EE-07F0-0A1518FD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5466A4-84A5-F25E-DF12-14C88EAF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9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242E00-944E-B0B7-95BC-A8A013F7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45C01D-9A11-0CFF-4DCF-E485DD4E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661CF-5296-D5B9-60CF-0C94E13A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56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0BA75-443F-1194-D98A-717A52A9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DF09C-12B6-A521-0A47-9FDCB426D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4F241C-D579-F90B-9184-069034D5F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27899-99D6-111B-2B5D-6FCE3F51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714EBC-786D-B187-EFCF-1E609F06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F1F602-042D-67BC-52B9-503471FA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38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39D84-084C-33CF-4511-678BAA92A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15849B-EAC1-D8E1-AD1D-E7D610DA26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720343-A515-FBB3-5E4D-CF254CDD0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DDB04E-E7F8-3182-3D8C-5DC102AF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C8F68F-A02B-01DF-6782-BB001684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909BED-9128-C95A-0165-AA2A51B3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37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A14E0-39FF-3739-5451-CEFECFB6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2C353B-5F8F-A376-83F8-ECC8EBE27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C3441-F755-BA1B-4AFB-A0CB2A7B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627FF-6B02-87D7-2E8A-7AB0154F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555F3-4D3A-EAF0-D61D-804D28C7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07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C96D4B-B5B6-F04B-851D-B5A79A59F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70A76D-4A09-832F-4BD6-0DCA52503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631632-34E8-F31E-15EC-0714DBC3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6FA0D9-DBD1-3DF5-5591-F13CCCBA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869ECD-89E9-3DA1-6C20-BF1692A2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4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184F45-1340-5A2C-97BF-0FBAFCFE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FA0D50-6C9B-82E0-CDB1-162B1A22D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F579C5-8C9B-3DDD-D45F-FC5CE5A0A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53769-9200-4756-84E5-E4B7B2F08421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C9BB3-E26D-CF7C-6E5B-FCB50681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B4D7E-CD6E-2AAF-7205-8393E6BCC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090FE-BD0A-4351-BB2D-49476B05DD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87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ESP32 Lite V1.0.0 引脚图">
            <a:extLst>
              <a:ext uri="{FF2B5EF4-FFF2-40B4-BE49-F238E27FC236}">
                <a16:creationId xmlns:a16="http://schemas.microsoft.com/office/drawing/2014/main" id="{D7125299-D503-01BC-F9D1-C20F7989A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699" y="1392932"/>
            <a:ext cx="4736602" cy="407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1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24FCD565-30B6-C4E7-FF1C-21699946661D}"/>
              </a:ext>
            </a:extLst>
          </p:cNvPr>
          <p:cNvGrpSpPr/>
          <p:nvPr/>
        </p:nvGrpSpPr>
        <p:grpSpPr>
          <a:xfrm>
            <a:off x="5126895" y="2946395"/>
            <a:ext cx="1506503" cy="2851150"/>
            <a:chOff x="5251450" y="3048000"/>
            <a:chExt cx="1506503" cy="2851150"/>
          </a:xfrm>
        </p:grpSpPr>
        <p:pic>
          <p:nvPicPr>
            <p:cNvPr id="2" name="图片 1" descr="Wemos Lolin32 Lite — Zephyr Project Documentation">
              <a:extLst>
                <a:ext uri="{FF2B5EF4-FFF2-40B4-BE49-F238E27FC236}">
                  <a16:creationId xmlns:a16="http://schemas.microsoft.com/office/drawing/2014/main" id="{1501696F-FC1D-2AB0-E5BD-DA5141A8C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51450" y="3048000"/>
              <a:ext cx="1506503" cy="2851150"/>
            </a:xfrm>
            <a:prstGeom prst="rect">
              <a:avLst/>
            </a:prstGeom>
          </p:spPr>
        </p:pic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CAA8A6A-329E-7760-A907-2F47C7D01204}"/>
                </a:ext>
              </a:extLst>
            </p:cNvPr>
            <p:cNvSpPr/>
            <p:nvPr/>
          </p:nvSpPr>
          <p:spPr>
            <a:xfrm>
              <a:off x="5311775" y="3429000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45DD579-747C-7EF1-6366-30777C1733D2}"/>
                </a:ext>
              </a:extLst>
            </p:cNvPr>
            <p:cNvSpPr/>
            <p:nvPr/>
          </p:nvSpPr>
          <p:spPr>
            <a:xfrm>
              <a:off x="5311775" y="3572536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E6CA97D-FC16-BEB8-E6B9-7872BDBD1EE8}"/>
                </a:ext>
              </a:extLst>
            </p:cNvPr>
            <p:cNvSpPr/>
            <p:nvPr/>
          </p:nvSpPr>
          <p:spPr>
            <a:xfrm>
              <a:off x="5311775" y="3716072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21AAF7D-C8A8-617E-A337-5CF9D59EDE57}"/>
                </a:ext>
              </a:extLst>
            </p:cNvPr>
            <p:cNvSpPr/>
            <p:nvPr/>
          </p:nvSpPr>
          <p:spPr>
            <a:xfrm>
              <a:off x="5311775" y="3859608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A93BC75-3B91-4090-CCE7-607214B9AE2D}"/>
                </a:ext>
              </a:extLst>
            </p:cNvPr>
            <p:cNvSpPr/>
            <p:nvPr/>
          </p:nvSpPr>
          <p:spPr>
            <a:xfrm>
              <a:off x="5311775" y="4003144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9774421-661C-73BF-6315-5C58B7E3F55E}"/>
                </a:ext>
              </a:extLst>
            </p:cNvPr>
            <p:cNvSpPr/>
            <p:nvPr/>
          </p:nvSpPr>
          <p:spPr>
            <a:xfrm>
              <a:off x="5311775" y="4146680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6E8989C-8136-73D4-A407-175288491CF3}"/>
                </a:ext>
              </a:extLst>
            </p:cNvPr>
            <p:cNvSpPr/>
            <p:nvPr/>
          </p:nvSpPr>
          <p:spPr>
            <a:xfrm>
              <a:off x="5311775" y="4290216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5CDEFE4-6AB9-947C-F3B4-FC75A40EF9FF}"/>
                </a:ext>
              </a:extLst>
            </p:cNvPr>
            <p:cNvSpPr/>
            <p:nvPr/>
          </p:nvSpPr>
          <p:spPr>
            <a:xfrm>
              <a:off x="5311775" y="4433752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697194A-D90F-97F6-915D-B128F7D932F1}"/>
                </a:ext>
              </a:extLst>
            </p:cNvPr>
            <p:cNvSpPr/>
            <p:nvPr/>
          </p:nvSpPr>
          <p:spPr>
            <a:xfrm>
              <a:off x="5311775" y="4577288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24A18C9-59F3-0F47-CA43-28776A54C3D3}"/>
                </a:ext>
              </a:extLst>
            </p:cNvPr>
            <p:cNvSpPr/>
            <p:nvPr/>
          </p:nvSpPr>
          <p:spPr>
            <a:xfrm>
              <a:off x="5311775" y="4720824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F8942CE-EBB4-5901-68B7-9FB8E23E2129}"/>
                </a:ext>
              </a:extLst>
            </p:cNvPr>
            <p:cNvSpPr/>
            <p:nvPr/>
          </p:nvSpPr>
          <p:spPr>
            <a:xfrm>
              <a:off x="5311775" y="4864360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3411B6B-87C1-FCDC-19B2-00E102CEFFB3}"/>
                </a:ext>
              </a:extLst>
            </p:cNvPr>
            <p:cNvSpPr/>
            <p:nvPr/>
          </p:nvSpPr>
          <p:spPr>
            <a:xfrm>
              <a:off x="5311775" y="5007896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2BB7EAB-840A-5D47-8161-A38CF882B24C}"/>
                </a:ext>
              </a:extLst>
            </p:cNvPr>
            <p:cNvSpPr/>
            <p:nvPr/>
          </p:nvSpPr>
          <p:spPr>
            <a:xfrm>
              <a:off x="5311775" y="5151437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345BA44-CC7F-DC6E-1F60-82109BB53B47}"/>
                </a:ext>
              </a:extLst>
            </p:cNvPr>
            <p:cNvSpPr/>
            <p:nvPr/>
          </p:nvSpPr>
          <p:spPr>
            <a:xfrm>
              <a:off x="6588125" y="3429000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6430074-8F59-0A8C-9B00-650E67F05C54}"/>
                </a:ext>
              </a:extLst>
            </p:cNvPr>
            <p:cNvSpPr/>
            <p:nvPr/>
          </p:nvSpPr>
          <p:spPr>
            <a:xfrm>
              <a:off x="6588125" y="3572536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ACB0057-65FE-13F9-9194-E1A5FDFBAA08}"/>
                </a:ext>
              </a:extLst>
            </p:cNvPr>
            <p:cNvSpPr/>
            <p:nvPr/>
          </p:nvSpPr>
          <p:spPr>
            <a:xfrm>
              <a:off x="6588125" y="3716072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E6C7D2-1C04-C1F5-4C35-AD672DDBB51B}"/>
                </a:ext>
              </a:extLst>
            </p:cNvPr>
            <p:cNvSpPr/>
            <p:nvPr/>
          </p:nvSpPr>
          <p:spPr>
            <a:xfrm>
              <a:off x="6588125" y="3859608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E2BF1ED-ACD1-10CA-0EEB-83349B1D8B37}"/>
                </a:ext>
              </a:extLst>
            </p:cNvPr>
            <p:cNvSpPr/>
            <p:nvPr/>
          </p:nvSpPr>
          <p:spPr>
            <a:xfrm>
              <a:off x="6588125" y="4003144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55F2072-8207-1156-5295-F5AF5DB453BA}"/>
                </a:ext>
              </a:extLst>
            </p:cNvPr>
            <p:cNvSpPr/>
            <p:nvPr/>
          </p:nvSpPr>
          <p:spPr>
            <a:xfrm>
              <a:off x="6588125" y="4146680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99648A5-6141-8885-3C85-5E844CED0993}"/>
                </a:ext>
              </a:extLst>
            </p:cNvPr>
            <p:cNvSpPr/>
            <p:nvPr/>
          </p:nvSpPr>
          <p:spPr>
            <a:xfrm>
              <a:off x="6588125" y="4290216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D15117F-A676-3CA0-E62F-5C750D87D04D}"/>
                </a:ext>
              </a:extLst>
            </p:cNvPr>
            <p:cNvSpPr/>
            <p:nvPr/>
          </p:nvSpPr>
          <p:spPr>
            <a:xfrm>
              <a:off x="6588125" y="4433752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179ED76A-CF1A-BD35-0BF5-F509B8F4F967}"/>
                </a:ext>
              </a:extLst>
            </p:cNvPr>
            <p:cNvSpPr/>
            <p:nvPr/>
          </p:nvSpPr>
          <p:spPr>
            <a:xfrm>
              <a:off x="6588125" y="4577288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CF21ACE-CF5C-50F1-F130-5D1E80D4F46B}"/>
                </a:ext>
              </a:extLst>
            </p:cNvPr>
            <p:cNvSpPr/>
            <p:nvPr/>
          </p:nvSpPr>
          <p:spPr>
            <a:xfrm>
              <a:off x="6588125" y="4720824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94BB018-9F73-BE08-B6E7-EAA8E977EE6A}"/>
                </a:ext>
              </a:extLst>
            </p:cNvPr>
            <p:cNvSpPr/>
            <p:nvPr/>
          </p:nvSpPr>
          <p:spPr>
            <a:xfrm>
              <a:off x="6588125" y="4864360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6337838-1AB0-ECC1-BC84-64232C395ABB}"/>
                </a:ext>
              </a:extLst>
            </p:cNvPr>
            <p:cNvSpPr/>
            <p:nvPr/>
          </p:nvSpPr>
          <p:spPr>
            <a:xfrm>
              <a:off x="6588125" y="5007896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971CF6E-01CB-17EF-5944-A7B4B5411D1E}"/>
                </a:ext>
              </a:extLst>
            </p:cNvPr>
            <p:cNvSpPr/>
            <p:nvPr/>
          </p:nvSpPr>
          <p:spPr>
            <a:xfrm>
              <a:off x="6588125" y="5151437"/>
              <a:ext cx="95250" cy="95250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D926F05-CCC3-AF62-D973-E791215EC82D}"/>
              </a:ext>
            </a:extLst>
          </p:cNvPr>
          <p:cNvGrpSpPr/>
          <p:nvPr/>
        </p:nvGrpSpPr>
        <p:grpSpPr>
          <a:xfrm>
            <a:off x="5477630" y="665939"/>
            <a:ext cx="790781" cy="778110"/>
            <a:chOff x="3676649" y="2320694"/>
            <a:chExt cx="790781" cy="778110"/>
          </a:xfrm>
        </p:grpSpPr>
        <p:pic>
          <p:nvPicPr>
            <p:cNvPr id="33" name="图片 32" descr="INMP441 Digital Output Sensor Module MEMS High Precision Omnidirectional  Microphone Sensor Module with RoHS Clear Natural Sound - AliExpress 502">
              <a:extLst>
                <a:ext uri="{FF2B5EF4-FFF2-40B4-BE49-F238E27FC236}">
                  <a16:creationId xmlns:a16="http://schemas.microsoft.com/office/drawing/2014/main" id="{3261D5F5-DAA3-B28F-32D1-46A593A4B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580" t="32963" r="31358" b="31404"/>
            <a:stretch>
              <a:fillRect/>
            </a:stretch>
          </p:blipFill>
          <p:spPr>
            <a:xfrm rot="5400000">
              <a:off x="3682985" y="2314358"/>
              <a:ext cx="778110" cy="790781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8D6EF51-B9CF-55F4-626D-844315869AC7}"/>
                </a:ext>
              </a:extLst>
            </p:cNvPr>
            <p:cNvSpPr/>
            <p:nvPr/>
          </p:nvSpPr>
          <p:spPr>
            <a:xfrm>
              <a:off x="3823493" y="2524918"/>
              <a:ext cx="82022" cy="82022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1301F09-DD5D-A79C-A686-9D418FABE8D3}"/>
                </a:ext>
              </a:extLst>
            </p:cNvPr>
            <p:cNvSpPr/>
            <p:nvPr/>
          </p:nvSpPr>
          <p:spPr>
            <a:xfrm>
              <a:off x="3823493" y="2668454"/>
              <a:ext cx="82022" cy="82022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5B181FA-7A67-F5A0-FF17-E3922DE74490}"/>
                </a:ext>
              </a:extLst>
            </p:cNvPr>
            <p:cNvSpPr/>
            <p:nvPr/>
          </p:nvSpPr>
          <p:spPr>
            <a:xfrm>
              <a:off x="3823493" y="2811990"/>
              <a:ext cx="82022" cy="82022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42E1429-02C5-82E2-13AC-C625E098972D}"/>
                </a:ext>
              </a:extLst>
            </p:cNvPr>
            <p:cNvSpPr/>
            <p:nvPr/>
          </p:nvSpPr>
          <p:spPr>
            <a:xfrm>
              <a:off x="4255190" y="2515394"/>
              <a:ext cx="82022" cy="82022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76E3ED6-503D-E76C-C4AE-E37847A0BD85}"/>
                </a:ext>
              </a:extLst>
            </p:cNvPr>
            <p:cNvSpPr/>
            <p:nvPr/>
          </p:nvSpPr>
          <p:spPr>
            <a:xfrm>
              <a:off x="4255190" y="2658930"/>
              <a:ext cx="82022" cy="82022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F77D5EB-AF8B-B86A-CD40-D0B7081B7784}"/>
                </a:ext>
              </a:extLst>
            </p:cNvPr>
            <p:cNvSpPr/>
            <p:nvPr/>
          </p:nvSpPr>
          <p:spPr>
            <a:xfrm>
              <a:off x="4255190" y="2802466"/>
              <a:ext cx="82022" cy="82022"/>
            </a:xfrm>
            <a:prstGeom prst="ellipse">
              <a:avLst/>
            </a:prstGeom>
            <a:noFill/>
            <a:ln>
              <a:solidFill>
                <a:srgbClr val="E2C9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16D3CC56-9D2D-3B14-5AFF-D0EB933B6ED3}"/>
              </a:ext>
            </a:extLst>
          </p:cNvPr>
          <p:cNvCxnSpPr>
            <a:cxnSpLocks/>
            <a:stCxn id="36" idx="0"/>
            <a:endCxn id="18" idx="2"/>
          </p:cNvCxnSpPr>
          <p:nvPr/>
        </p:nvCxnSpPr>
        <p:spPr>
          <a:xfrm rot="16200000" flipH="1" flipV="1">
            <a:off x="3312706" y="2744677"/>
            <a:ext cx="4227294" cy="478265"/>
          </a:xfrm>
          <a:prstGeom prst="bentConnector4">
            <a:avLst>
              <a:gd name="adj1" fmla="val -9013"/>
              <a:gd name="adj2" fmla="val 740292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9269981-8E3C-C57F-E843-B8841439A55D}"/>
              </a:ext>
            </a:extLst>
          </p:cNvPr>
          <p:cNvGrpSpPr/>
          <p:nvPr/>
        </p:nvGrpSpPr>
        <p:grpSpPr>
          <a:xfrm rot="16200000">
            <a:off x="9106889" y="1723387"/>
            <a:ext cx="374248" cy="642875"/>
            <a:chOff x="7708636" y="1771649"/>
            <a:chExt cx="374248" cy="642875"/>
          </a:xfrm>
        </p:grpSpPr>
        <p:pic>
          <p:nvPicPr>
            <p:cNvPr id="47" name="图片 46" descr="凯华Kailh热插拔轴底座连接器改装插拔机械轴choc矮轴轴座1350系_义乌购">
              <a:extLst>
                <a:ext uri="{FF2B5EF4-FFF2-40B4-BE49-F238E27FC236}">
                  <a16:creationId xmlns:a16="http://schemas.microsoft.com/office/drawing/2014/main" id="{503E8158-0831-7DC5-F841-F3EDDDFC9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4125" b="49875" l="19125" r="49750">
                          <a14:foregroundMark x1="20000" y1="37875" x2="20000" y2="37875"/>
                          <a14:foregroundMark x1="21250" y1="40875" x2="21250" y2="40875"/>
                          <a14:foregroundMark x1="20500" y1="40250" x2="20500" y2="40250"/>
                          <a14:foregroundMark x1="47750" y1="45875" x2="47750" y2="45875"/>
                          <a14:foregroundMark x1="48000" y1="45375" x2="48000" y2="45375"/>
                          <a14:foregroundMark x1="49500" y1="45375" x2="49500" y2="45375"/>
                          <a14:foregroundMark x1="47375" y1="43250" x2="47375" y2="43250"/>
                          <a14:foregroundMark x1="21125" y1="39500" x2="21125" y2="39500"/>
                          <a14:foregroundMark x1="21125" y1="39250" x2="21125" y2="39250"/>
                          <a14:foregroundMark x1="20000" y1="39250" x2="20000" y2="39250"/>
                          <a14:foregroundMark x1="19750" y1="39375" x2="19750" y2="39375"/>
                          <a14:foregroundMark x1="19500" y1="39000" x2="19500" y2="39000"/>
                          <a14:foregroundMark x1="19375" y1="39000" x2="19375" y2="39000"/>
                          <a14:foregroundMark x1="19125" y1="39000" x2="19125" y2="39000"/>
                          <a14:foregroundMark x1="47875" y1="44625" x2="47875" y2="44625"/>
                          <a14:foregroundMark x1="48750" y1="44375" x2="48750" y2="44375"/>
                          <a14:foregroundMark x1="49000" y1="44125" x2="49000" y2="44125"/>
                          <a14:foregroundMark x1="49500" y1="44125" x2="49500" y2="44125"/>
                          <a14:foregroundMark x1="49750" y1="44250" x2="49750" y2="44250"/>
                        </a14:backgroundRemoval>
                      </a14:imgEffect>
                    </a14:imgLayer>
                  </a14:imgProps>
                </a:ext>
              </a:extLst>
            </a:blip>
            <a:srcRect l="17869" t="32284" r="48518" b="48148"/>
            <a:stretch>
              <a:fillRect/>
            </a:stretch>
          </p:blipFill>
          <p:spPr>
            <a:xfrm rot="5400000">
              <a:off x="7574322" y="1905963"/>
              <a:ext cx="642875" cy="374248"/>
            </a:xfrm>
            <a:prstGeom prst="rect">
              <a:avLst/>
            </a:prstGeom>
          </p:spPr>
        </p:pic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A913BF8-7417-B8EC-0AE6-D4E03487FBC6}"/>
                </a:ext>
              </a:extLst>
            </p:cNvPr>
            <p:cNvSpPr/>
            <p:nvPr/>
          </p:nvSpPr>
          <p:spPr>
            <a:xfrm>
              <a:off x="7910513" y="1795463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653C06D-54DF-B2A2-4D8A-B1C712F1F958}"/>
                </a:ext>
              </a:extLst>
            </p:cNvPr>
            <p:cNvSpPr/>
            <p:nvPr/>
          </p:nvSpPr>
          <p:spPr>
            <a:xfrm>
              <a:off x="7819560" y="2318805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3BB12BFE-8033-EA78-CB1A-50395EFDA471}"/>
              </a:ext>
            </a:extLst>
          </p:cNvPr>
          <p:cNvCxnSpPr>
            <a:cxnSpLocks/>
            <a:stCxn id="42" idx="6"/>
            <a:endCxn id="19" idx="6"/>
          </p:cNvCxnSpPr>
          <p:nvPr/>
        </p:nvCxnSpPr>
        <p:spPr>
          <a:xfrm>
            <a:off x="6138193" y="1045186"/>
            <a:ext cx="420627" cy="2329834"/>
          </a:xfrm>
          <a:prstGeom prst="bentConnector3">
            <a:avLst>
              <a:gd name="adj1" fmla="val 164311"/>
            </a:avLst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DC7DC814-9FF6-74D3-BC50-8C879621527A}"/>
              </a:ext>
            </a:extLst>
          </p:cNvPr>
          <p:cNvCxnSpPr>
            <a:cxnSpLocks/>
            <a:stCxn id="43" idx="6"/>
            <a:endCxn id="13" idx="2"/>
          </p:cNvCxnSpPr>
          <p:nvPr/>
        </p:nvCxnSpPr>
        <p:spPr>
          <a:xfrm flipH="1">
            <a:off x="5187220" y="1188722"/>
            <a:ext cx="950973" cy="3191050"/>
          </a:xfrm>
          <a:prstGeom prst="bentConnector5">
            <a:avLst>
              <a:gd name="adj1" fmla="val -24039"/>
              <a:gd name="adj2" fmla="val 38752"/>
              <a:gd name="adj3" fmla="val 149413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39A34945-6E3A-3F4A-981D-0ACBC36CCABA}"/>
              </a:ext>
            </a:extLst>
          </p:cNvPr>
          <p:cNvCxnSpPr>
            <a:cxnSpLocks/>
            <a:stCxn id="36" idx="0"/>
            <a:endCxn id="41" idx="0"/>
          </p:cNvCxnSpPr>
          <p:nvPr/>
        </p:nvCxnSpPr>
        <p:spPr>
          <a:xfrm rot="5400000" flipH="1" flipV="1">
            <a:off x="5876571" y="649553"/>
            <a:ext cx="9524" cy="431697"/>
          </a:xfrm>
          <a:prstGeom prst="bentConnector3">
            <a:avLst>
              <a:gd name="adj1" fmla="val 4020412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A620E6A-4E3A-95AB-0C1E-987AF7FD10D8}"/>
              </a:ext>
            </a:extLst>
          </p:cNvPr>
          <p:cNvGrpSpPr/>
          <p:nvPr/>
        </p:nvGrpSpPr>
        <p:grpSpPr>
          <a:xfrm rot="16200000">
            <a:off x="9106889" y="746339"/>
            <a:ext cx="374248" cy="642875"/>
            <a:chOff x="7708636" y="1771649"/>
            <a:chExt cx="374248" cy="642875"/>
          </a:xfrm>
        </p:grpSpPr>
        <p:pic>
          <p:nvPicPr>
            <p:cNvPr id="62" name="图片 61" descr="凯华Kailh热插拔轴底座连接器改装插拔机械轴choc矮轴轴座1350系_义乌购">
              <a:extLst>
                <a:ext uri="{FF2B5EF4-FFF2-40B4-BE49-F238E27FC236}">
                  <a16:creationId xmlns:a16="http://schemas.microsoft.com/office/drawing/2014/main" id="{6DD61572-E719-1213-2607-5443EF077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4125" b="49875" l="19125" r="49750">
                          <a14:foregroundMark x1="20000" y1="37875" x2="20000" y2="37875"/>
                          <a14:foregroundMark x1="21250" y1="40875" x2="21250" y2="40875"/>
                          <a14:foregroundMark x1="20500" y1="40250" x2="20500" y2="40250"/>
                          <a14:foregroundMark x1="47750" y1="45875" x2="47750" y2="45875"/>
                          <a14:foregroundMark x1="48000" y1="45375" x2="48000" y2="45375"/>
                          <a14:foregroundMark x1="49500" y1="45375" x2="49500" y2="45375"/>
                          <a14:foregroundMark x1="47375" y1="43250" x2="47375" y2="43250"/>
                          <a14:foregroundMark x1="21125" y1="39500" x2="21125" y2="39500"/>
                          <a14:foregroundMark x1="21125" y1="39250" x2="21125" y2="39250"/>
                          <a14:foregroundMark x1="20000" y1="39250" x2="20000" y2="39250"/>
                          <a14:foregroundMark x1="19750" y1="39375" x2="19750" y2="39375"/>
                          <a14:foregroundMark x1="19500" y1="39000" x2="19500" y2="39000"/>
                          <a14:foregroundMark x1="19375" y1="39000" x2="19375" y2="39000"/>
                          <a14:foregroundMark x1="19125" y1="39000" x2="19125" y2="39000"/>
                          <a14:foregroundMark x1="47875" y1="44625" x2="47875" y2="44625"/>
                          <a14:foregroundMark x1="48750" y1="44375" x2="48750" y2="44375"/>
                          <a14:foregroundMark x1="49000" y1="44125" x2="49000" y2="44125"/>
                          <a14:foregroundMark x1="49500" y1="44125" x2="49500" y2="44125"/>
                          <a14:foregroundMark x1="49750" y1="44250" x2="49750" y2="44250"/>
                        </a14:backgroundRemoval>
                      </a14:imgEffect>
                    </a14:imgLayer>
                  </a14:imgProps>
                </a:ext>
              </a:extLst>
            </a:blip>
            <a:srcRect l="17869" t="32284" r="48518" b="48148"/>
            <a:stretch>
              <a:fillRect/>
            </a:stretch>
          </p:blipFill>
          <p:spPr>
            <a:xfrm rot="5400000">
              <a:off x="7574322" y="1905963"/>
              <a:ext cx="642875" cy="374248"/>
            </a:xfrm>
            <a:prstGeom prst="rect">
              <a:avLst/>
            </a:prstGeom>
          </p:spPr>
        </p:pic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ABCB407B-F118-F404-FE5B-AED68823739B}"/>
                </a:ext>
              </a:extLst>
            </p:cNvPr>
            <p:cNvSpPr/>
            <p:nvPr/>
          </p:nvSpPr>
          <p:spPr>
            <a:xfrm>
              <a:off x="7910513" y="1795463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E8535EA7-00D9-39A3-2631-EBE0736B7584}"/>
                </a:ext>
              </a:extLst>
            </p:cNvPr>
            <p:cNvSpPr/>
            <p:nvPr/>
          </p:nvSpPr>
          <p:spPr>
            <a:xfrm>
              <a:off x="7819560" y="2318805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DB5474D9-545B-8872-9A8A-22AEC63BCE88}"/>
              </a:ext>
            </a:extLst>
          </p:cNvPr>
          <p:cNvGrpSpPr/>
          <p:nvPr/>
        </p:nvGrpSpPr>
        <p:grpSpPr>
          <a:xfrm rot="16200000">
            <a:off x="9106889" y="2700435"/>
            <a:ext cx="374248" cy="642875"/>
            <a:chOff x="7708636" y="1771649"/>
            <a:chExt cx="374248" cy="642875"/>
          </a:xfrm>
        </p:grpSpPr>
        <p:pic>
          <p:nvPicPr>
            <p:cNvPr id="66" name="图片 65" descr="凯华Kailh热插拔轴底座连接器改装插拔机械轴choc矮轴轴座1350系_义乌购">
              <a:extLst>
                <a:ext uri="{FF2B5EF4-FFF2-40B4-BE49-F238E27FC236}">
                  <a16:creationId xmlns:a16="http://schemas.microsoft.com/office/drawing/2014/main" id="{54AE125E-D3ED-E720-CBF9-6E5CC3D52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4125" b="49875" l="19125" r="49750">
                          <a14:foregroundMark x1="20000" y1="37875" x2="20000" y2="37875"/>
                          <a14:foregroundMark x1="21250" y1="40875" x2="21250" y2="40875"/>
                          <a14:foregroundMark x1="20500" y1="40250" x2="20500" y2="40250"/>
                          <a14:foregroundMark x1="47750" y1="45875" x2="47750" y2="45875"/>
                          <a14:foregroundMark x1="48000" y1="45375" x2="48000" y2="45375"/>
                          <a14:foregroundMark x1="49500" y1="45375" x2="49500" y2="45375"/>
                          <a14:foregroundMark x1="47375" y1="43250" x2="47375" y2="43250"/>
                          <a14:foregroundMark x1="21125" y1="39500" x2="21125" y2="39500"/>
                          <a14:foregroundMark x1="21125" y1="39250" x2="21125" y2="39250"/>
                          <a14:foregroundMark x1="20000" y1="39250" x2="20000" y2="39250"/>
                          <a14:foregroundMark x1="19750" y1="39375" x2="19750" y2="39375"/>
                          <a14:foregroundMark x1="19500" y1="39000" x2="19500" y2="39000"/>
                          <a14:foregroundMark x1="19375" y1="39000" x2="19375" y2="39000"/>
                          <a14:foregroundMark x1="19125" y1="39000" x2="19125" y2="39000"/>
                          <a14:foregroundMark x1="47875" y1="44625" x2="47875" y2="44625"/>
                          <a14:foregroundMark x1="48750" y1="44375" x2="48750" y2="44375"/>
                          <a14:foregroundMark x1="49000" y1="44125" x2="49000" y2="44125"/>
                          <a14:foregroundMark x1="49500" y1="44125" x2="49500" y2="44125"/>
                          <a14:foregroundMark x1="49750" y1="44250" x2="49750" y2="44250"/>
                        </a14:backgroundRemoval>
                      </a14:imgEffect>
                    </a14:imgLayer>
                  </a14:imgProps>
                </a:ext>
              </a:extLst>
            </a:blip>
            <a:srcRect l="17869" t="32284" r="48518" b="48148"/>
            <a:stretch>
              <a:fillRect/>
            </a:stretch>
          </p:blipFill>
          <p:spPr>
            <a:xfrm rot="5400000">
              <a:off x="7574322" y="1905963"/>
              <a:ext cx="642875" cy="374248"/>
            </a:xfrm>
            <a:prstGeom prst="rect">
              <a:avLst/>
            </a:prstGeom>
          </p:spPr>
        </p:pic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B6ABEFF-9560-F88A-C91A-EBDEC100958B}"/>
                </a:ext>
              </a:extLst>
            </p:cNvPr>
            <p:cNvSpPr/>
            <p:nvPr/>
          </p:nvSpPr>
          <p:spPr>
            <a:xfrm>
              <a:off x="7910513" y="1795463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F2D99216-BEFC-931B-1B6A-33D8FBB1289F}"/>
                </a:ext>
              </a:extLst>
            </p:cNvPr>
            <p:cNvSpPr/>
            <p:nvPr/>
          </p:nvSpPr>
          <p:spPr>
            <a:xfrm>
              <a:off x="7819560" y="2318805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38DFFDD-C283-CF95-2332-F8A562D8EE41}"/>
              </a:ext>
            </a:extLst>
          </p:cNvPr>
          <p:cNvGrpSpPr/>
          <p:nvPr/>
        </p:nvGrpSpPr>
        <p:grpSpPr>
          <a:xfrm rot="16200000">
            <a:off x="9106889" y="3677483"/>
            <a:ext cx="374248" cy="642875"/>
            <a:chOff x="7708636" y="1771649"/>
            <a:chExt cx="374248" cy="642875"/>
          </a:xfrm>
        </p:grpSpPr>
        <p:pic>
          <p:nvPicPr>
            <p:cNvPr id="70" name="图片 69" descr="凯华Kailh热插拔轴底座连接器改装插拔机械轴choc矮轴轴座1350系_义乌购">
              <a:extLst>
                <a:ext uri="{FF2B5EF4-FFF2-40B4-BE49-F238E27FC236}">
                  <a16:creationId xmlns:a16="http://schemas.microsoft.com/office/drawing/2014/main" id="{71FA951F-5AE2-7507-8861-B079FA966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4125" b="49875" l="19125" r="49750">
                          <a14:foregroundMark x1="20000" y1="37875" x2="20000" y2="37875"/>
                          <a14:foregroundMark x1="21250" y1="40875" x2="21250" y2="40875"/>
                          <a14:foregroundMark x1="20500" y1="40250" x2="20500" y2="40250"/>
                          <a14:foregroundMark x1="47750" y1="45875" x2="47750" y2="45875"/>
                          <a14:foregroundMark x1="48000" y1="45375" x2="48000" y2="45375"/>
                          <a14:foregroundMark x1="49500" y1="45375" x2="49500" y2="45375"/>
                          <a14:foregroundMark x1="47375" y1="43250" x2="47375" y2="43250"/>
                          <a14:foregroundMark x1="21125" y1="39500" x2="21125" y2="39500"/>
                          <a14:foregroundMark x1="21125" y1="39250" x2="21125" y2="39250"/>
                          <a14:foregroundMark x1="20000" y1="39250" x2="20000" y2="39250"/>
                          <a14:foregroundMark x1="19750" y1="39375" x2="19750" y2="39375"/>
                          <a14:foregroundMark x1="19500" y1="39000" x2="19500" y2="39000"/>
                          <a14:foregroundMark x1="19375" y1="39000" x2="19375" y2="39000"/>
                          <a14:foregroundMark x1="19125" y1="39000" x2="19125" y2="39000"/>
                          <a14:foregroundMark x1="47875" y1="44625" x2="47875" y2="44625"/>
                          <a14:foregroundMark x1="48750" y1="44375" x2="48750" y2="44375"/>
                          <a14:foregroundMark x1="49000" y1="44125" x2="49000" y2="44125"/>
                          <a14:foregroundMark x1="49500" y1="44125" x2="49500" y2="44125"/>
                          <a14:foregroundMark x1="49750" y1="44250" x2="49750" y2="44250"/>
                        </a14:backgroundRemoval>
                      </a14:imgEffect>
                    </a14:imgLayer>
                  </a14:imgProps>
                </a:ext>
              </a:extLst>
            </a:blip>
            <a:srcRect l="17869" t="32284" r="48518" b="48148"/>
            <a:stretch>
              <a:fillRect/>
            </a:stretch>
          </p:blipFill>
          <p:spPr>
            <a:xfrm rot="5400000">
              <a:off x="7574322" y="1905963"/>
              <a:ext cx="642875" cy="374248"/>
            </a:xfrm>
            <a:prstGeom prst="rect">
              <a:avLst/>
            </a:prstGeom>
          </p:spPr>
        </p:pic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8CB790AB-9E3A-AA83-912E-F9301826970F}"/>
                </a:ext>
              </a:extLst>
            </p:cNvPr>
            <p:cNvSpPr/>
            <p:nvPr/>
          </p:nvSpPr>
          <p:spPr>
            <a:xfrm>
              <a:off x="7910513" y="1795463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14AA5284-3B58-A6BD-B3C8-CA0A47ECE4E8}"/>
                </a:ext>
              </a:extLst>
            </p:cNvPr>
            <p:cNvSpPr/>
            <p:nvPr/>
          </p:nvSpPr>
          <p:spPr>
            <a:xfrm>
              <a:off x="7819560" y="2318805"/>
              <a:ext cx="69056" cy="66675"/>
            </a:xfrm>
            <a:prstGeom prst="rect">
              <a:avLst/>
            </a:prstGeom>
            <a:solidFill>
              <a:srgbClr val="BABBA9"/>
            </a:solidFill>
            <a:ln>
              <a:solidFill>
                <a:srgbClr val="B8B9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9F8FD0A8-B0AE-C3C1-4B4F-5E1603FFB5CD}"/>
              </a:ext>
            </a:extLst>
          </p:cNvPr>
          <p:cNvCxnSpPr>
            <a:stCxn id="38" idx="2"/>
            <a:endCxn id="14" idx="2"/>
          </p:cNvCxnSpPr>
          <p:nvPr/>
        </p:nvCxnSpPr>
        <p:spPr>
          <a:xfrm rot="10800000" flipV="1">
            <a:off x="5187220" y="1054710"/>
            <a:ext cx="437254" cy="3468598"/>
          </a:xfrm>
          <a:prstGeom prst="bentConnector3">
            <a:avLst>
              <a:gd name="adj1" fmla="val 478164"/>
            </a:avLst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9C450900-281C-6F59-7A82-7B8B54BBA159}"/>
              </a:ext>
            </a:extLst>
          </p:cNvPr>
          <p:cNvCxnSpPr>
            <a:stCxn id="40" idx="2"/>
            <a:endCxn id="15" idx="2"/>
          </p:cNvCxnSpPr>
          <p:nvPr/>
        </p:nvCxnSpPr>
        <p:spPr>
          <a:xfrm rot="10800000" flipV="1">
            <a:off x="5187220" y="1198246"/>
            <a:ext cx="437254" cy="3468598"/>
          </a:xfrm>
          <a:prstGeom prst="bentConnector3">
            <a:avLst>
              <a:gd name="adj1" fmla="val 333521"/>
            </a:avLst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C29EFF54-1925-DE85-8926-CA4D59757704}"/>
              </a:ext>
            </a:extLst>
          </p:cNvPr>
          <p:cNvCxnSpPr>
            <a:stCxn id="50" idx="2"/>
            <a:endCxn id="18" idx="2"/>
          </p:cNvCxnSpPr>
          <p:nvPr/>
        </p:nvCxnSpPr>
        <p:spPr>
          <a:xfrm flipH="1">
            <a:off x="5187220" y="2086497"/>
            <a:ext cx="4399187" cy="3010960"/>
          </a:xfrm>
          <a:prstGeom prst="bentConnector5">
            <a:avLst>
              <a:gd name="adj1" fmla="val -5196"/>
              <a:gd name="adj2" fmla="val 140364"/>
              <a:gd name="adj3" fmla="val 169631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9098C957-D0E5-00D4-2E4C-CEF1169DD56D}"/>
              </a:ext>
            </a:extLst>
          </p:cNvPr>
          <p:cNvCxnSpPr>
            <a:stCxn id="68" idx="2"/>
            <a:endCxn id="18" idx="2"/>
          </p:cNvCxnSpPr>
          <p:nvPr/>
        </p:nvCxnSpPr>
        <p:spPr>
          <a:xfrm flipH="1">
            <a:off x="5187220" y="3063545"/>
            <a:ext cx="4399187" cy="2033912"/>
          </a:xfrm>
          <a:prstGeom prst="bentConnector5">
            <a:avLst>
              <a:gd name="adj1" fmla="val -5196"/>
              <a:gd name="adj2" fmla="val 159421"/>
              <a:gd name="adj3" fmla="val 169603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95E52C58-3E5A-D650-94F9-1E79BF301EB6}"/>
              </a:ext>
            </a:extLst>
          </p:cNvPr>
          <p:cNvCxnSpPr>
            <a:cxnSpLocks/>
            <a:stCxn id="64" idx="2"/>
            <a:endCxn id="18" idx="2"/>
          </p:cNvCxnSpPr>
          <p:nvPr/>
        </p:nvCxnSpPr>
        <p:spPr>
          <a:xfrm flipH="1">
            <a:off x="5187220" y="1109449"/>
            <a:ext cx="4399187" cy="3988008"/>
          </a:xfrm>
          <a:prstGeom prst="bentConnector5">
            <a:avLst>
              <a:gd name="adj1" fmla="val -5196"/>
              <a:gd name="adj2" fmla="val 130454"/>
              <a:gd name="adj3" fmla="val 169487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90A9D7C1-3EB4-D41E-4F2A-AB796ED11AF9}"/>
              </a:ext>
            </a:extLst>
          </p:cNvPr>
          <p:cNvCxnSpPr>
            <a:stCxn id="72" idx="2"/>
            <a:endCxn id="18" idx="2"/>
          </p:cNvCxnSpPr>
          <p:nvPr/>
        </p:nvCxnSpPr>
        <p:spPr>
          <a:xfrm flipH="1">
            <a:off x="5187220" y="4040593"/>
            <a:ext cx="4399187" cy="1056864"/>
          </a:xfrm>
          <a:prstGeom prst="bentConnector5">
            <a:avLst>
              <a:gd name="adj1" fmla="val -5196"/>
              <a:gd name="adj2" fmla="val 215154"/>
              <a:gd name="adj3" fmla="val 169523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1D58F3AB-EEEF-305F-CA09-F51B121C30BF}"/>
              </a:ext>
            </a:extLst>
          </p:cNvPr>
          <p:cNvCxnSpPr>
            <a:cxnSpLocks/>
            <a:stCxn id="63" idx="0"/>
            <a:endCxn id="27" idx="6"/>
          </p:cNvCxnSpPr>
          <p:nvPr/>
        </p:nvCxnSpPr>
        <p:spPr>
          <a:xfrm rot="10800000" flipV="1">
            <a:off x="6558820" y="1018496"/>
            <a:ext cx="2437570" cy="3504812"/>
          </a:xfrm>
          <a:prstGeom prst="bentConnector3">
            <a:avLst>
              <a:gd name="adj1" fmla="val 70007"/>
            </a:avLst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3221465F-7ABD-7A12-A710-D93334D52D1F}"/>
              </a:ext>
            </a:extLst>
          </p:cNvPr>
          <p:cNvCxnSpPr>
            <a:cxnSpLocks/>
            <a:stCxn id="49" idx="0"/>
            <a:endCxn id="21" idx="6"/>
          </p:cNvCxnSpPr>
          <p:nvPr/>
        </p:nvCxnSpPr>
        <p:spPr>
          <a:xfrm rot="10800000" flipV="1">
            <a:off x="6558820" y="1995544"/>
            <a:ext cx="2437570" cy="1666548"/>
          </a:xfrm>
          <a:prstGeom prst="bentConnector3">
            <a:avLst>
              <a:gd name="adj1" fmla="val 49531"/>
            </a:avLst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AD7DE9C1-424D-64B4-4E1B-1C1B211D490E}"/>
              </a:ext>
            </a:extLst>
          </p:cNvPr>
          <p:cNvCxnSpPr>
            <a:stCxn id="67" idx="0"/>
            <a:endCxn id="22" idx="6"/>
          </p:cNvCxnSpPr>
          <p:nvPr/>
        </p:nvCxnSpPr>
        <p:spPr>
          <a:xfrm rot="10800000" flipV="1">
            <a:off x="6558820" y="2972592"/>
            <a:ext cx="2437570" cy="833036"/>
          </a:xfrm>
          <a:prstGeom prst="bentConnector3">
            <a:avLst>
              <a:gd name="adj1" fmla="val 28118"/>
            </a:avLst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5BD15BBD-546D-A3D4-0AA7-DFDEA09F2A29}"/>
              </a:ext>
            </a:extLst>
          </p:cNvPr>
          <p:cNvCxnSpPr>
            <a:stCxn id="71" idx="0"/>
            <a:endCxn id="23" idx="6"/>
          </p:cNvCxnSpPr>
          <p:nvPr/>
        </p:nvCxnSpPr>
        <p:spPr>
          <a:xfrm rot="10800000">
            <a:off x="6558820" y="3949164"/>
            <a:ext cx="2437570" cy="476"/>
          </a:xfrm>
          <a:prstGeom prst="bentConnector3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F030722-852E-59DF-5A9E-BB89875213D8}"/>
              </a:ext>
            </a:extLst>
          </p:cNvPr>
          <p:cNvSpPr txBox="1"/>
          <p:nvPr/>
        </p:nvSpPr>
        <p:spPr>
          <a:xfrm>
            <a:off x="4495464" y="4989735"/>
            <a:ext cx="409086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GND</a:t>
            </a:r>
            <a:endParaRPr lang="zh-CN" altLang="en-US" sz="800" b="1" dirty="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6C5A33B3-24D7-B9AD-46DC-575E02A273BC}"/>
              </a:ext>
            </a:extLst>
          </p:cNvPr>
          <p:cNvSpPr txBox="1"/>
          <p:nvPr/>
        </p:nvSpPr>
        <p:spPr>
          <a:xfrm>
            <a:off x="3320624" y="1773236"/>
            <a:ext cx="436338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IO 26</a:t>
            </a:r>
            <a:endParaRPr lang="zh-CN" altLang="en-US" sz="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036B23FE-6A67-6413-CDBE-25FCEC02D148}"/>
              </a:ext>
            </a:extLst>
          </p:cNvPr>
          <p:cNvSpPr txBox="1"/>
          <p:nvPr/>
        </p:nvSpPr>
        <p:spPr>
          <a:xfrm>
            <a:off x="3952797" y="1773236"/>
            <a:ext cx="436338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accent2">
                    <a:lumMod val="75000"/>
                  </a:schemeClr>
                </a:solidFill>
              </a:rPr>
              <a:t>IO 27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E6F91BA4-1C25-D8E2-66B7-E1C2D149E67F}"/>
              </a:ext>
            </a:extLst>
          </p:cNvPr>
          <p:cNvSpPr txBox="1"/>
          <p:nvPr/>
        </p:nvSpPr>
        <p:spPr>
          <a:xfrm>
            <a:off x="6138192" y="1773236"/>
            <a:ext cx="436338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IO 25</a:t>
            </a:r>
            <a:endParaRPr lang="zh-CN" altLang="en-US" sz="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531EB6D1-2932-4421-3648-FFA37B21CBBA}"/>
              </a:ext>
            </a:extLst>
          </p:cNvPr>
          <p:cNvSpPr txBox="1"/>
          <p:nvPr/>
        </p:nvSpPr>
        <p:spPr>
          <a:xfrm>
            <a:off x="6662347" y="1780099"/>
            <a:ext cx="365806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rgbClr val="C00000"/>
                </a:solidFill>
              </a:rPr>
              <a:t>3V3</a:t>
            </a:r>
            <a:endParaRPr lang="zh-CN" altLang="en-US" sz="800" b="1" dirty="0">
              <a:solidFill>
                <a:srgbClr val="C00000"/>
              </a:solidFill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2B4A5F2-33FA-A0AE-2BFD-5D50E1AA5671}"/>
              </a:ext>
            </a:extLst>
          </p:cNvPr>
          <p:cNvSpPr txBox="1"/>
          <p:nvPr/>
        </p:nvSpPr>
        <p:spPr>
          <a:xfrm>
            <a:off x="7089897" y="3261971"/>
            <a:ext cx="378630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IO 4</a:t>
            </a:r>
            <a:endParaRPr lang="zh-CN" altLang="en-US" sz="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FE98D05E-D8D1-3478-DE29-E6C655F021AD}"/>
              </a:ext>
            </a:extLst>
          </p:cNvPr>
          <p:cNvSpPr txBox="1"/>
          <p:nvPr/>
        </p:nvSpPr>
        <p:spPr>
          <a:xfrm>
            <a:off x="7569200" y="3261971"/>
            <a:ext cx="436338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rgbClr val="00B0F0"/>
                </a:solidFill>
              </a:rPr>
              <a:t>IO 19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8C11A7CF-9AB6-38A3-9318-F19492B9F617}"/>
              </a:ext>
            </a:extLst>
          </p:cNvPr>
          <p:cNvSpPr txBox="1"/>
          <p:nvPr/>
        </p:nvSpPr>
        <p:spPr>
          <a:xfrm>
            <a:off x="8104509" y="3261971"/>
            <a:ext cx="436338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accent2"/>
                </a:solidFill>
              </a:rPr>
              <a:t>IO 23</a:t>
            </a:r>
            <a:endParaRPr lang="zh-CN" altLang="en-US" sz="800" b="1" dirty="0">
              <a:solidFill>
                <a:schemeClr val="accent2"/>
              </a:solidFill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0B3332F8-6D0E-0143-49E2-2BD459536C74}"/>
              </a:ext>
            </a:extLst>
          </p:cNvPr>
          <p:cNvSpPr txBox="1"/>
          <p:nvPr/>
        </p:nvSpPr>
        <p:spPr>
          <a:xfrm>
            <a:off x="8458729" y="3839201"/>
            <a:ext cx="436338" cy="2154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accent5"/>
                </a:solidFill>
              </a:rPr>
              <a:t>IO 18</a:t>
            </a:r>
            <a:endParaRPr lang="zh-CN" altLang="en-US" sz="800" b="1" dirty="0">
              <a:solidFill>
                <a:schemeClr val="accent5"/>
              </a:solidFill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390B937-3383-AF8D-055E-87FC22693468}"/>
              </a:ext>
            </a:extLst>
          </p:cNvPr>
          <p:cNvSpPr txBox="1"/>
          <p:nvPr/>
        </p:nvSpPr>
        <p:spPr>
          <a:xfrm>
            <a:off x="9063065" y="1256502"/>
            <a:ext cx="468398" cy="215444"/>
          </a:xfrm>
          <a:prstGeom prst="rect">
            <a:avLst/>
          </a:prstGeom>
          <a:solidFill>
            <a:srgbClr val="080808">
              <a:alpha val="3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</a:rPr>
              <a:t>BTN 1</a:t>
            </a:r>
            <a:endParaRPr lang="zh-CN" altLang="en-US" sz="800" b="1" dirty="0">
              <a:solidFill>
                <a:schemeClr val="bg1"/>
              </a:solidFill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B5B590EB-99EA-5108-C6AA-5D8B51DE51EB}"/>
              </a:ext>
            </a:extLst>
          </p:cNvPr>
          <p:cNvSpPr txBox="1"/>
          <p:nvPr/>
        </p:nvSpPr>
        <p:spPr>
          <a:xfrm>
            <a:off x="9063065" y="2244839"/>
            <a:ext cx="468398" cy="215444"/>
          </a:xfrm>
          <a:prstGeom prst="rect">
            <a:avLst/>
          </a:prstGeom>
          <a:solidFill>
            <a:srgbClr val="080808">
              <a:alpha val="3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</a:rPr>
              <a:t>BTN 2</a:t>
            </a:r>
            <a:endParaRPr lang="zh-CN" altLang="en-US" sz="800" b="1" dirty="0">
              <a:solidFill>
                <a:schemeClr val="bg1"/>
              </a:solidFill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2649C24-6F9B-39EF-C86B-8A9164FB5EC8}"/>
              </a:ext>
            </a:extLst>
          </p:cNvPr>
          <p:cNvSpPr txBox="1"/>
          <p:nvPr/>
        </p:nvSpPr>
        <p:spPr>
          <a:xfrm>
            <a:off x="9063065" y="3243741"/>
            <a:ext cx="468398" cy="215444"/>
          </a:xfrm>
          <a:prstGeom prst="rect">
            <a:avLst/>
          </a:prstGeom>
          <a:solidFill>
            <a:srgbClr val="080808">
              <a:alpha val="3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</a:rPr>
              <a:t>BTN 3</a:t>
            </a:r>
            <a:endParaRPr lang="zh-CN" altLang="en-US" sz="800" b="1" dirty="0">
              <a:solidFill>
                <a:schemeClr val="bg1"/>
              </a:solidFill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3700B2CD-BEE9-C244-0B70-BC2593F3DA82}"/>
              </a:ext>
            </a:extLst>
          </p:cNvPr>
          <p:cNvSpPr txBox="1"/>
          <p:nvPr/>
        </p:nvSpPr>
        <p:spPr>
          <a:xfrm>
            <a:off x="9063065" y="4186045"/>
            <a:ext cx="468398" cy="215444"/>
          </a:xfrm>
          <a:prstGeom prst="rect">
            <a:avLst/>
          </a:prstGeom>
          <a:solidFill>
            <a:srgbClr val="080808">
              <a:alpha val="3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</a:rPr>
              <a:t>BTN 4</a:t>
            </a:r>
            <a:endParaRPr lang="zh-CN" altLang="en-US" sz="800" b="1" dirty="0">
              <a:solidFill>
                <a:schemeClr val="bg1"/>
              </a:solidFill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A9D3F796-31E6-E62F-9026-388BD1B9303E}"/>
              </a:ext>
            </a:extLst>
          </p:cNvPr>
          <p:cNvSpPr txBox="1"/>
          <p:nvPr/>
        </p:nvSpPr>
        <p:spPr>
          <a:xfrm>
            <a:off x="5402166" y="5832074"/>
            <a:ext cx="981359" cy="215444"/>
          </a:xfrm>
          <a:prstGeom prst="rect">
            <a:avLst/>
          </a:prstGeom>
          <a:solidFill>
            <a:srgbClr val="080808">
              <a:alpha val="3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</a:rPr>
              <a:t>ESP32 Lite V1.0.0</a:t>
            </a:r>
            <a:endParaRPr lang="zh-CN" altLang="en-US" sz="800" b="1" dirty="0">
              <a:solidFill>
                <a:schemeClr val="bg1"/>
              </a:solidFill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EB8184B-D600-31ED-44B9-0B8CB54D2C31}"/>
              </a:ext>
            </a:extLst>
          </p:cNvPr>
          <p:cNvSpPr txBox="1"/>
          <p:nvPr/>
        </p:nvSpPr>
        <p:spPr>
          <a:xfrm>
            <a:off x="5591498" y="1464321"/>
            <a:ext cx="620683" cy="215444"/>
          </a:xfrm>
          <a:prstGeom prst="rect">
            <a:avLst/>
          </a:prstGeom>
          <a:solidFill>
            <a:srgbClr val="080808">
              <a:alpha val="30196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</a:rPr>
              <a:t>INMP441</a:t>
            </a:r>
            <a:endParaRPr lang="zh-CN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95C00CC3-EEE0-0E13-6C41-55EC8D07CEBC}"/>
              </a:ext>
            </a:extLst>
          </p:cNvPr>
          <p:cNvCxnSpPr>
            <a:cxnSpLocks/>
            <a:stCxn id="41" idx="0"/>
            <a:endCxn id="64" idx="2"/>
          </p:cNvCxnSpPr>
          <p:nvPr/>
        </p:nvCxnSpPr>
        <p:spPr>
          <a:xfrm rot="16200000" flipH="1">
            <a:off x="7717389" y="-759568"/>
            <a:ext cx="248810" cy="3489225"/>
          </a:xfrm>
          <a:prstGeom prst="bentConnector4">
            <a:avLst>
              <a:gd name="adj1" fmla="val -150577"/>
              <a:gd name="adj2" fmla="val 106586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915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k14345</dc:creator>
  <cp:lastModifiedBy>k14345</cp:lastModifiedBy>
  <cp:revision>2</cp:revision>
  <dcterms:created xsi:type="dcterms:W3CDTF">2026-10-24T08:48:39Z</dcterms:created>
  <dcterms:modified xsi:type="dcterms:W3CDTF">2026-10-24T09:49:17Z</dcterms:modified>
</cp:coreProperties>
</file>